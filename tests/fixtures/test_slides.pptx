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Quarterly Revenue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APAC Region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Regional Performance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Growth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Japan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15%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Australia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Thank you 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